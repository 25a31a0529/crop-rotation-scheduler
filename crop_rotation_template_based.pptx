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132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85440" y="2095920"/>
            <a:ext cx="7764840" cy="369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lang="en-US" sz="20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6E709B-BACC-4DC3-B465-4145D0BA687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1325880"/>
          </a:xfrm>
          <a:prstGeom prst="rect">
            <a:avLst/>
          </a:prstGeom>
          <a:noFill/>
          <a:ln w="0">
            <a:noFill/>
          </a:ln>
        </p:spPr>
        <p:txBody>
          <a:bodyPr lIns="58680" tIns="45720" rIns="5868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400" b="1" u="none" strike="noStrike" cap="all">
                <a:solidFill>
                  <a:schemeClr val="lt1"/>
                </a:solidFill>
                <a:uFillTx/>
                <a:latin typeface="Bookman Old Style"/>
              </a:rPr>
              <a:t>Click to edit Master title style</a:t>
            </a:r>
            <a:endParaRPr lang="en-US" sz="34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85440" y="2095920"/>
            <a:ext cx="7764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Click to edit Master text styles</a:t>
            </a:r>
          </a:p>
          <a:p>
            <a:pPr marL="685800" lvl="1" indent="-228600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uFillTx/>
                <a:latin typeface="Rockwell"/>
              </a:rPr>
              <a:t>Second level</a:t>
            </a:r>
          </a:p>
          <a:p>
            <a:pPr marL="1143000" lvl="2" indent="-228600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uFillTx/>
                <a:latin typeface="Rockwell"/>
              </a:rPr>
              <a:t>Third level</a:t>
            </a:r>
          </a:p>
          <a:p>
            <a:pPr marL="1600200" lvl="3" indent="-228600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uFillTx/>
                <a:latin typeface="Rockwell"/>
              </a:rPr>
              <a:t>Fourth level</a:t>
            </a:r>
          </a:p>
          <a:p>
            <a:pPr marL="2057400" lvl="4" indent="-228600" defTabSz="914400">
              <a:lnSpc>
                <a:spcPct val="120000"/>
              </a:lnSpc>
              <a:spcBef>
                <a:spcPts val="499"/>
              </a:spcBef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uFillTx/>
                <a:latin typeface="Rockwell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758920" y="58831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tint val="75000"/>
                  </a:schemeClr>
                </a:solidFill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lt1">
                    <a:tint val="75000"/>
                  </a:schemeClr>
                </a:solidFill>
                <a:uFillTx/>
                <a:latin typeface="Rockwell"/>
              </a:rPr>
              <a:t> </a:t>
            </a:r>
            <a:endParaRPr lang="en-US" sz="1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685440" y="5883120"/>
            <a:ext cx="500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Arial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885440" y="5883120"/>
            <a:ext cx="564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lt1">
                    <a:tint val="75000"/>
                  </a:schemeClr>
                </a:solidFill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C605C6-D4D8-4E57-920D-F8A818364FD8}" type="slidenum">
              <a:rPr lang="en-US" sz="1000" b="0" u="none" strike="noStrike">
                <a:solidFill>
                  <a:schemeClr val="lt1">
                    <a:tint val="75000"/>
                  </a:schemeClr>
                </a:solidFill>
                <a:uFillTx/>
                <a:latin typeface="Rockwell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132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400" b="1" u="none" strike="noStrike" cap="all">
                <a:solidFill>
                  <a:schemeClr val="lt2"/>
                </a:solidFill>
                <a:uFillTx/>
                <a:latin typeface="Bookman Old Style"/>
              </a:rPr>
              <a:t>Crop Rotation Scheduler</a:t>
            </a:r>
            <a:endParaRPr lang="en-US" sz="34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3440" y="2437920"/>
            <a:ext cx="8429760" cy="646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25A31A0535 - KAPA MANIKANTA</a:t>
            </a:r>
          </a:p>
          <a:p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25A31A0529 - ALA KRISHNA KOUSHIK YADAV</a:t>
            </a:r>
          </a:p>
          <a:p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25A31A0533 - DEVANI SAI</a:t>
            </a:r>
          </a:p>
          <a:p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25A31A0511 - GURRALA SRI LEKHA</a:t>
            </a: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25A31A0525 - SHAIK MEENU</a:t>
            </a: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Branch &amp; Year - I CSE A</a:t>
            </a: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College Name : Pragati Engineering College (A), Surampalem.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132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400" b="1" u="none" strike="noStrike" cap="all">
                <a:solidFill>
                  <a:schemeClr val="lt2"/>
                </a:solidFill>
                <a:uFillTx/>
                <a:latin typeface="Bookman Old Style"/>
              </a:rPr>
              <a:t>Objective of the Project</a:t>
            </a:r>
            <a:endParaRPr lang="en-US" sz="34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440" y="2095920"/>
            <a:ext cx="7764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To develop a crop rotation scheduling system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To improve soil fertility and productivity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To reduce pest and disease cycles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To assist farmers in planning crops efficiently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132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400" b="1" u="none" strike="noStrike" cap="all">
                <a:solidFill>
                  <a:schemeClr val="lt2"/>
                </a:solidFill>
                <a:uFillTx/>
                <a:latin typeface="Bookman Old Style"/>
              </a:rPr>
              <a:t>Problem Statement</a:t>
            </a:r>
            <a:endParaRPr lang="en-US" sz="34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85440" y="2095920"/>
            <a:ext cx="7764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Limitations of Existing System: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Lack of proper crop planning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Soil degradation over time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Increased pest and disease issues</a:t>
            </a: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2000" b="0" u="none" strike="noStrike">
              <a:solidFill>
                <a:schemeClr val="lt1"/>
              </a:solidFill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Advantages of Proposed System: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Smart crop scheduling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Improved soil health</a:t>
            </a: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uFillTx/>
                <a:latin typeface="Rockwell"/>
              </a:rPr>
              <a:t>• Increased yield and sustainability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440" y="609480"/>
            <a:ext cx="7764840" cy="502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5400" b="1" u="none" strike="noStrike" cap="all">
                <a:solidFill>
                  <a:schemeClr val="lt2"/>
                </a:solidFill>
                <a:uFillTx/>
                <a:latin typeface="Bookman Old Style"/>
              </a:rPr>
              <a:t>Thank You</a:t>
            </a:r>
            <a:endParaRPr lang="en-US" sz="5400" b="0" u="none" strike="noStrike">
              <a:solidFill>
                <a:schemeClr val="lt1"/>
              </a:solidFill>
              <a:uFillTx/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</a:majorFont>
      <a:minorFont>
        <a:latin typeface="Rockwell" panose="020606030202050204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48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4000"/>
              </a:schemeClr>
            </a:gs>
            <a:gs pos="69000">
              <a:schemeClr val="phClr">
                <a:shade val="86000"/>
                <a:lumMod val="102000"/>
              </a:schemeClr>
            </a:gs>
            <a:gs pos="100000">
              <a:schemeClr val="phClr">
                <a:shade val="72000"/>
                <a:lumMod val="100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</TotalTime>
  <Words>122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Bookman Old Style</vt:lpstr>
      <vt:lpstr>Rockwell</vt:lpstr>
      <vt:lpstr>Damask</vt:lpstr>
      <vt:lpstr>Crop Rotation Scheduler</vt:lpstr>
      <vt:lpstr>Objective of the Project</vt:lpstr>
      <vt:lpstr>Problem Statement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Rotation Scheduler</dc:title>
  <dc:subject/>
  <dc:creator>SAI GOWTHAM</dc:creator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2026-05-11T16:54:17Z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4</vt:i4>
  </property>
</Properties>
</file>